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75" r:id="rId3"/>
    <p:sldId id="257" r:id="rId4"/>
    <p:sldId id="276" r:id="rId5"/>
    <p:sldId id="258" r:id="rId6"/>
    <p:sldId id="259" r:id="rId7"/>
    <p:sldId id="260" r:id="rId8"/>
    <p:sldId id="277" r:id="rId9"/>
    <p:sldId id="279" r:id="rId10"/>
    <p:sldId id="287" r:id="rId11"/>
    <p:sldId id="288" r:id="rId12"/>
    <p:sldId id="280" r:id="rId13"/>
    <p:sldId id="278" r:id="rId14"/>
    <p:sldId id="281" r:id="rId15"/>
    <p:sldId id="282" r:id="rId16"/>
    <p:sldId id="283" r:id="rId17"/>
    <p:sldId id="284" r:id="rId18"/>
    <p:sldId id="285" r:id="rId19"/>
    <p:sldId id="286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1T18:59:27.870"/>
    </inkml:context>
    <inkml:brush xml:id="br0">
      <inkml:brushProperty name="width" value="0.05" units="cm"/>
      <inkml:brushProperty name="height" value="0.05" units="cm"/>
      <inkml:brushProperty name="color" value="#9FFFDA"/>
    </inkml:brush>
  </inkml:definitions>
  <inkml:trace contextRef="#ctx0" brushRef="#br0">719 440 24575,'-4'3'0,"0"0"0,0-1 0,0 1 0,0-1 0,0 0 0,-1 0 0,1-1 0,-1 1 0,1-1 0,-1 0 0,1 0 0,-6 0 0,-54 2 0,42-7 0,22 4 0,0 0 0,0-1 0,0 1 0,0 0 0,0 0 0,0 0 0,0-1 0,-1 1 0,1 0 0,0 0 0,0 0 0,0-1 0,0 1 0,0 0 0,0 0 0,0 0 0,0-1 0,0 1 0,0 0 0,1 0 0,-1-1 0,0 1 0,0 0 0,0 0 0,0 0 0,0 0 0,0-1 0,0 1 0,0 0 0,1 0 0,-1 0 0,0 0 0,0-1 0,0 1 0,0 0 0,0 0 0,1 0 0,-1 0 0,0 0 0,0 0 0,0-1 0,1 1 0,-1 0 0,0 0 0,40-18 0,-6 6 0,-8 4 0,-1-2 0,35-18 0,-58 27 0,0 0 0,0 0 0,0 0 0,-1 0 0,1-1 0,-1 1 0,1-1 0,-1 1 0,1-1 0,1-3 0,-3 5 0,1 0 0,-1-1 0,0 1 0,0-1 0,0 1 0,0-1 0,0 1 0,0-1 0,0 1 0,0 0 0,0-1 0,0 1 0,0-1 0,0 1 0,0-1 0,0 1 0,0-1 0,0 1 0,-1 0 0,1-1 0,0 1 0,0-1 0,0 1 0,-1 0 0,1-1 0,0 1 0,-1-1 0,1 1 0,-1-1 0,-3-1 0,1 0 0,-1 0 0,0 0 0,0 1 0,0 0 0,0-1 0,0 1 0,0 1 0,-6-2 0,-79-6 0,-169 5 0,82 5 0,168-2 0,1 0 0,0 0 0,1 0 0,-1 0 0,0-1 0,1 0 0,-1 0 0,1-1 0,-1 0 0,1 0 0,-8-4 0,13 6 0,1 0 0,-1-1 0,1 1 0,0 0 0,-1-1 0,1 1 0,-1 0 0,1-1 0,0 1 0,0-1 0,-1 1 0,1 0 0,0-1 0,-1 1 0,1-1 0,0 1 0,0-1 0,0 1 0,0-1 0,0 1 0,-1-1 0,1 1 0,0-1 0,0 1 0,0-1 0,0 1 0,0-1 0,0 1 0,1-1 0,-1 1 0,0-1 0,0 0 0,14-14 0,26-6 0,-39 21 0,126-44 0,-127 44 0,0 0 0,0 0 0,0 0 0,0 1 0,0-1 0,-1 0 0,1 0 0,0 0 0,0 0 0,0 0 0,0 0 0,0 0 0,0 0 0,-1 1 0,1-1 0,0 0 0,0 0 0,0 0 0,0 0 0,0 0 0,0 0 0,0 1 0,0-1 0,0 0 0,0 0 0,0 0 0,0 0 0,-1 1 0,1-1 0,0 0 0,0 0 0,0 0 0,0 0 0,1 1 0,-1-1 0,0 0 0,0 0 0,0 0 0,0 0 0,0 0 0,0 1 0,0-1 0,0 0 0,0 0 0,0 0 0,0 0 0,0 0 0,0 1 0,1-1 0,-1 0 0,0 0 0,0 0 0,0 0 0,0 0 0,0 0 0,1 0 0,-1 0 0,0 0 0,0 0 0,0 1 0,0-1 0,0 0 0,1 0 0,-1 0 0,0 0 0,19 6 0,34 1 0,71 0 0,-87-7 0,1 2 0,-1 1 0,0 2 0,0 2 0,40 12 0,-70-17 0,0 1 0,-1 0 0,1 0 0,-1 0 0,0 1 0,6 4 0,-11-7 0,0 0 0,1 0 0,-1 0 0,0 0 0,0 1 0,0-1 0,-1 0 0,1 0 0,0 0 0,0 1 0,-1-1 0,1 0 0,-1 1 0,1-1 0,-1 1 0,1-1 0,-1 1 0,0-1 0,0 1 0,0-1 0,0 1 0,0-1 0,0 1 0,0-1 0,0 1 0,-1-1 0,1 1 0,0-1 0,-1 0 0,1 1 0,-1-1 0,0 0 0,0 1 0,0 1 0,-9 9 0,0 1 0,-1-1 0,0-1 0,-1 0 0,-13 9 0,-9 9 0,17-13 0,2-2 0,-1 0 0,-27 19 0,36-29 0,0 0 0,0-1 0,0 0 0,-1 0 0,1 0 0,-1-1 0,0 0 0,1 0 0,-1-1 0,-14 0 0,-347-13 0,357 11 0,0 0 0,0-1 0,0 0 0,1 0 0,-1-2 0,-19-7 0,28 10 0,0 0 0,1-1 0,-1 1 0,0-1 0,1 0 0,0 0 0,-1 0 0,1 0 0,0 0 0,0 0 0,0 0 0,0-1 0,0 1 0,1-1 0,-1 0 0,1 1 0,-1-1 0,1 0 0,0 0 0,0 0 0,0 1 0,1-1 0,-1 0 0,1 0 0,0-1 0,-1 1 0,1 0 0,1 0 0,-1 0 0,0 0 0,2-3 0,-1-1 0,2 0 0,-1 1 0,1-1 0,0 1 0,0 0 0,0 0 0,8-9 0,-9 11 0,1 1 0,0-1 0,-1 1 0,2 0 0,-1 0 0,0 1 0,0-1 0,1 1 0,0-1 0,-1 1 0,1 0 0,0 0 0,5-1 0,-8 3 0,0 0 0,0-1 0,0 1 0,0 0 0,1 0 0,-1 0 0,0 0 0,0 1 0,0-1 0,0 0 0,0 0 0,0 1 0,0-1 0,0 0 0,0 1 0,0-1 0,0 1 0,-1-1 0,1 1 0,0 0 0,0-1 0,0 1 0,-1 0 0,1-1 0,0 1 0,0 0 0,-1 0 0,1 0 0,-1 0 0,1 0 0,-1 0 0,1 0 0,-1 0 0,0 0 0,0 0 0,1 0 0,-1 0 0,0 0 0,0 0 0,0 0 0,0 0 0,0 0 0,0 2 0,0 4 0,0 0 0,-1 0 0,1 0 0,-2 0 0,-1 9 0,-20 48 0,23-64 0,0 0 0,0 0 0,0 0 0,0 0 0,0 0 0,0 0 0,0 0 0,0 0 0,1 0 0,-1 0 0,0 0 0,0 0 0,0 0 0,0 0 0,0 0 0,0 0 0,0 0 0,0 0 0,0 0 0,1 0 0,-1 0 0,0 0 0,0 0 0,0 0 0,0 0 0,0 0 0,0 0 0,0 0 0,0 1 0,0-1 0,0 0 0,0 0 0,0 0 0,0 0 0,0 0 0,0 0 0,1 0 0,-1 0 0,0 0 0,0 0 0,0 1 0,0-1 0,0 0 0,0 0 0,0 0 0,0 0 0,0 0 0,0 0 0,0 0 0,0 0 0,0 0 0,-1 1 0,1-1 0,13-11 0,17-21 0,-30 32 0,29-33 0,-11 12 0,0 1 0,2 0 0,30-24 0,-54 53 0,-1-1 0,0 1 0,-1-1 0,-9 11 0,49-46 0,-20 14 0,0 2 0,1 0 0,0 1 0,31-16 0,-43 25 0,0 0 0,0 1 0,-1-1 0,1 1 0,0-1 0,0 1 0,0 0 0,0 0 0,0 0 0,0 0 0,-1 0 0,1 1 0,0 0 0,0-1 0,0 1 0,0 0 0,-1 0 0,1 0 0,-1 1 0,1-1 0,3 3 0,-6-4 0,0 1 0,0-1 0,0 0 0,1 0 0,-1 0 0,0 1 0,0-1 0,1 0 0,-1 0 0,0 0 0,0 0 0,0 0 0,1 1 0,-1-1 0,0 0 0,1 0 0,-1 0 0,0 0 0,0 0 0,1 0 0,-1 0 0,0 0 0,0 0 0,1 0 0,-1 0 0,0 0 0,1 0 0,-1 0 0,0 0 0,0 0 0,1-1 0,-1 1 0,0 0 0,0 0 0,1 0 0,-1 0 0,0 0 0,0-1 0,0 1 0,1 0 0,-1 0 0,0 0 0,0-1 0,0 1 0,0 0 0,1-1 0,-1 9 0,0-7 0,0-1 0,0 1 0,0-1 0,0 1 0,0-1 0,0 0 0,0 1 0,0-1 0,0 1 0,0-1 0,0 1 0,1-1 0,-1 1 0,0-1 0,0 0 0,1 1 0,-1-1 0,0 1 0,0-1 0,1 0 0,-1 1 0,1-1 0,-1 0 0,0 0 0,1 1 0,-1-1 0,0 0 0,1 0 0,-1 1 0,1-1 0,-1 0 0,1 0 0,-1 0 0,1 0 0,-1 0 0,1 0 0,-1 0 0,1 0 0,-1 0 0,0 0 0,1 0 0,-1 0 0,1 0 0,-1 0 0,1 0 0,-1 0 0,1-1 0,-1 1 0,0 0 0,1 0 0,-1 0 0,1-1 0,-1 1 0,1-1 0,26-18 0,-22 15 0,0 1 0,-1-1 0,1 1 0,0 0 0,0 0 0,1 0 0,6-2 0,-11 4 0,0 1 0,0 0 0,0 0 0,0 0 0,0 0 0,0-1 0,0 2 0,0-1 0,0 0 0,0 0 0,0 0 0,0 0 0,0 1 0,0-1 0,0 0 0,0 1 0,0-1 0,0 1 0,0-1 0,0 1 0,-1-1 0,1 1 0,0 0 0,0-1 0,-1 1 0,1 0 0,0 0 0,-1-1 0,1 1 0,-1 0 0,1 0 0,-1 0 0,1 0 0,-1 0 0,0 0 0,1 0 0,-1 0 0,0 0 0,0 0 0,0 0 0,0 0 0,0 0 0,0 0 0,0 1 0,1 13 0,0 0 0,-2 27 0,1-37 0,-1 0 0,0 1 0,1-1 0,-2 0 0,1 0 0,-1 0 0,1 0 0,-1 0 0,-1 0 0,-4 7 0,5-11 0,2-9 0,6-8 0,1-1 0,0 1 0,1 0 0,1 1 0,0 0 0,1 0 0,19-21 0,-13 16 0,10-16 0,2 2 0,2 0 0,60-52 0,-87 84 0,1-1 0,0 0 0,0 1 0,0-1 0,0 1 0,0 0 0,0 1 0,1-1 0,4 0 0,-8 1 0,0 1 0,-1 0 0,1 0 0,0 0 0,0 0 0,-1 0 0,1 0 0,0 1 0,0-1 0,0 0 0,-1 0 0,1 0 0,0 1 0,0-1 0,-1 0 0,1 1 0,0-1 0,-1 1 0,1-1 0,-1 1 0,2 0 0,-1 1 0,0-1 0,-1 0 0,1 1 0,0-1 0,-1 1 0,0-1 0,1 1 0,-1-1 0,0 1 0,0 0 0,1-1 0,-1 1 0,0-1 0,-1 1 0,1 1 0,-2 8 0,0 0 0,0 0 0,-1 0 0,-1-1 0,0 0 0,-7 14 0,-38 61 0,36-64 0,-8 14 0,-2 0 0,-1-1 0,-2-2 0,-31 32 0,55-62 0,-1 0 0,1 0 0,0 0 0,-1-1 0,1 1 0,-1-1 0,0 1 0,-4 1 0,7-3 0,-1 0 0,1 0 0,-1 0 0,1 0 0,-1 0 0,1 0 0,-1 1 0,1-1 0,-1-1 0,1 1 0,-1 0 0,1 0 0,-1 0 0,1 0 0,-1 0 0,1 0 0,-1 0 0,1-1 0,0 1 0,-1 0 0,1 0 0,-1-1 0,1 1 0,0 0 0,-1-1 0,1 1 0,-1 0 0,1-1 0,-1 0 0,1-2 0,-1 1 0,0-1 0,1 0 0,0 0 0,0 1 0,0-1 0,0 0 0,0 0 0,0 1 0,1-1 0,-1 0 0,1 0 0,0 1 0,0-1 0,0 1 0,2-4 0,7-15 0,1 0 0,1 1 0,1 0 0,1 1 0,1 1 0,31-31 0,-18 23 0,1 1 0,1 1 0,48-29 0,-70 48 0,1 0 0,0 1 0,0 0 0,0 1 0,12-4 0,-19 7 0,-1-1 0,1 1 0,-1-1 0,1 1 0,-1 0 0,1 0 0,-1 0 0,1 0 0,-1 0 0,1 0 0,-1 0 0,1 0 0,-1 0 0,1 1 0,-1-1 0,1 1 0,-1-1 0,1 1 0,-1 0 0,0-1 0,1 1 0,-1 0 0,0 0 0,0 0 0,1 0 0,-1 0 0,0 0 0,0 0 0,0 0 0,0 1 0,-1-1 0,1 0 0,0 1 0,0-1 0,-1 0 0,1 1 0,-1-1 0,1 1 0,-1-1 0,1 3 0,-1 0 0,0 0 0,0 1 0,0-1 0,-1 0 0,0 1 0,0-1 0,0 0 0,0 0 0,0 0 0,-1 0 0,0 0 0,0 0 0,0 0 0,0 0 0,0-1 0,-5 6 0,-7 7 0,0 1 0,-17 13 0,19-19 0,-10 11 0,9-8 0,-1 0 0,-1-2 0,0 1 0,-28 16 0,42-28 0,1 0 0,-1-1 0,0 1 0,1-1 0,-1 1 0,0-1 0,0 0 0,1 1 0,-1-1 0,0 0 0,0 1 0,0-1 0,1 0 0,-1 0 0,0 0 0,0 0 0,0 0 0,0 0 0,0 0 0,0 0 0,1 0 0,-1 0 0,0 0 0,0 0 0,0-1 0,0 1 0,1 0 0,-1-1 0,0 1 0,0-1 0,0 0 0,0 0 0,1-1 0,-1 1 0,1-1 0,-1 1 0,1-1 0,0 0 0,0 1 0,0-1 0,0 0 0,0 1 0,0-1 0,1 1 0,-1-1 0,0 0 0,1-1 0,3-9 0,0 0 0,1 0 0,7-12 0,-10 19 0,1 0 0,1 1 0,-1-1 0,1 1 0,-1-1 0,8-5 0,-10 9 0,0 1 0,-1-1 0,1 1 0,0-1 0,0 1 0,-1-1 0,1 1 0,0-1 0,0 1 0,0 0 0,0 0 0,-1 0 0,1-1 0,0 1 0,0 0 0,0 0 0,0 0 0,0 0 0,-1 0 0,1 0 0,0 0 0,0 1 0,0-1 0,0 0 0,0 0 0,-1 1 0,1-1 0,0 1 0,0-1 0,-1 0 0,1 1 0,0-1 0,0 1 0,-1 0 0,1-1 0,-1 1 0,1 0 0,-1-1 0,1 1 0,-1 0 0,1-1 0,-1 1 0,1 0 0,-1 0 0,0 0 0,1-1 0,-1 1 0,0 0 0,0 0 0,0 0 0,0 1 0,6 16 0,-5-14 0,0 0 0,1 0 0,-1 0 0,1 0 0,0 0 0,0 0 0,0-1 0,3 4 0,-4-6 0,0 0 0,0 0 0,0 0 0,1 0 0,-1-1 0,0 1 0,1 0 0,-1-1 0,0 1 0,1-1 0,-1 0 0,1 1 0,-1-1 0,1 0 0,-1 0 0,1 0 0,-1 0 0,1 0 0,-1 0 0,1-1 0,-1 1 0,1 0 0,-1-1 0,0 1 0,1-1 0,-1 1 0,0-1 0,2-1 0,1 1 0,0-1 0,-1 0 0,1 1 0,0-1 0,0 1 0,0 0 0,1 0 0,7 0 0,-11 1 0,0 0 0,-1 0 0,1 0 0,0 0 0,-1 0 0,1 1 0,0-1 0,0 0 0,-1 0 0,1 1 0,-1-1 0,1 1 0,0-1 0,-1 1 0,1-1 0,-1 1 0,1-1 0,-1 1 0,1-1 0,0 2 0,0 0 0,-1 0 0,1-1 0,0 1 0,-1 0 0,1 0 0,-1 0 0,0 0 0,0 0 0,0 0 0,0 0 0,0 3 0,-2 9 0,-1 1 0,-1-1 0,-1 0 0,1 0 0,-2 0 0,0-1 0,-1 0 0,0 0 0,-1-1 0,0 1 0,-1-2 0,-13 14 0,7-12 0,16-21 0,21-27 0,1 9 0,44-42 0,-58 60 0,0 1 0,0-1 0,1 2 0,0-1 0,0 1 0,1 1 0,0 0 0,0 1 0,12-4 0,-40 16 0,-1 0 0,-25 19 0,-53 27 0,95-54 0,1 1 0,-1-1 0,0 1 0,0-1 0,1 0 0,-1 1 0,0-1 0,0 0 0,0 1 0,0-1 0,0 0 0,1 0 0,-1 0 0,0 0 0,0 0 0,0 0 0,0 0 0,0 0 0,0 0 0,-1-1 0,2 0 0,0 0 0,0 0 0,1 0 0,-1 0 0,0 0 0,0 0 0,1 0 0,-1 0 0,1 0 0,-1 0 0,1 1 0,-1-1 0,1 0 0,-1 0 0,1 0 0,0 1 0,-1-1 0,1 0 0,1 0 0,20-22 0,46-36 0,-45 41 0,0-1 0,32-36 0,-54 53 0,0 1 0,1-1 0,-1 0 0,0 0 0,1 0 0,-1 0 0,0 0 0,-1 0 0,1 0 0,0 0 0,0-4 0,-1 6 0,0-1 0,0 1 0,0-1 0,0 0 0,0 1 0,0-1 0,0 1 0,0-1 0,-1 1 0,1-1 0,0 0 0,0 1 0,-1-1 0,1 1 0,0-1 0,-1 1 0,1 0 0,0-1 0,-1 1 0,1-1 0,-1 1 0,1 0 0,-1-1 0,1 1 0,-1 0 0,1-1 0,-2 1 0,-2-1 0,0 0 0,0 0 0,0 0 0,0 1 0,-1 0 0,1 0 0,0 0 0,0 1 0,0-1 0,-7 3 0,-32 6 0,0 3 0,1 1 0,1 3 0,0 1 0,1 2 0,1 1 0,-52 37 0,86-54 0,1 0 0,0 1 0,0-1 0,1 1 0,-1 0 0,1 0 0,-1 0 0,1 0 0,1 0 0,-5 9 0,6-12 0,1 0 0,0 0 0,0 0 0,0-1 0,0 1 0,-1 0 0,1 0 0,0 0 0,1 0 0,-1 0 0,0 0 0,0 0 0,0 0 0,0 0 0,1 0 0,-1 0 0,1 0 0,-1 0 0,0 0 0,1 0 0,0 0 0,0 0 0,1 1 0,0 0 0,0 0 0,1-1 0,-1 1 0,0-1 0,1 0 0,-1 0 0,1 0 0,-1 0 0,1 0 0,5 1 0,27 3 0,0-1 0,0-1 0,0-3 0,60-5 0,-30 1 0,-14 2 0,138-11 0,-185 12 0,-6 1 0,-15-1 0,-26 3 0,-55 20 0,41-8 0,34-13 0,23-1 0,0 0 0,0 0 0,-1 0 0,1 0 0,0 0 0,0 0 0,-1 0 0,1 0 0,0 0 0,0 0 0,-1 0 0,1-1 0,0 1 0,0 0 0,-1 0 0,1 0 0,0 0 0,0-1 0,0 1 0,0 0 0,-1 0 0,1 0 0,0-1 0,0 1 0,0 0 0,0 0 0,0-1 0,0 1 0,-1 0 0,1 0 0,0-1 0,0 1 0,0 0 0,0 0 0,0-1 0,0 1 0,1-2 0,0 0 0,1-1 0,-1 1 0,0 0 0,1 1 0,-1-1 0,1 0 0,-1 0 0,1 1 0,0-1 0,0 1 0,4-3 0,78-46 0,-62 32 0,-22 18 0,1 0 0,-1-1 0,0 1 0,0 0 0,1-1 0,-1 1 0,0-1 0,0 1 0,0 0 0,0-1 0,1 1 0,-1-1 0,0 1 0,0 0 0,0-1 0,0 1 0,0-1 0,0 1 0,0 0 0,0-1 0,0 1 0,0-1 0,-1 1 0,1-1 0,0 1 0,0 0 0,0-1 0,0 1 0,-1 0 0,1-1 0,-3-1 0,1 0 0,-1 1 0,0 0 0,0 0 0,1 0 0,-1 0 0,0 0 0,0 0 0,0 1 0,0-1 0,0 1 0,0 0 0,-6 0 0,-32 1 0,0 1 0,0 2 0,-43 10 0,-126 38 0,112-26 0,79-21 0,-35 7 0,51-11 0,0-1 0,0 1 0,0-1 0,0 0 0,0 0 0,0 0 0,0 0 0,0-1 0,0 1 0,0-1 0,0 0 0,-5-1 0,6-5 0,10-4 0,15-7 0,0 0 0,1 1 0,1 2 0,1 0 0,51-20 0,-64 29 0,48-22 0,1 3 0,2 3 0,0 3 0,103-18 0,-166 37 0,0-1 0,0 1 0,1-1 0,-1 1 0,0 0 0,0 0 0,0 0 0,1 0 0,-1 0 0,0 0 0,0 0 0,1 0 0,-1 0 0,0 0 0,0 1 0,0-1 0,1 0 0,-1 1 0,0-1 0,1 2 0,-3-1 0,0 1 0,0-1 0,0 0 0,0 1 0,0-1 0,0 0 0,-1 0 0,1 0 0,0 0 0,-1 0 0,1 0 0,-1 0 0,-2 0 0,-53 28 0,-88 32 0,66-30 0,51-20 0,56-20 0,71-15 0,154-17 0,-77 15 0,-160 23 0,181-35 0,-168 28 0,-29 10 0,1 0 0,-1 0 0,0 0 0,0 0 0,0 0 0,0 0 0,0 0 0,1 0 0,-1 0 0,0 0 0,0 0 0,0 0 0,0 0 0,0 0 0,1-1 0,-1 1 0,0 0 0,0 0 0,0 0 0,0 0 0,0 0 0,0 0 0,0 0 0,0 0 0,0-1 0,1 1 0,-1 0 0,0 0 0,0 0 0,0 0 0,0 0 0,0-1 0,0 1 0,0 0 0,0 0 0,0 0 0,0 0 0,0 0 0,0-1 0,0 1 0,0 0 0,0 0 0,0 0 0,0 0 0,0 0 0,0-1 0,0 1 0,0 0 0,-1 0 0,1 0 0,0 0 0,0 0 0,0 0 0,0-1 0,0 1 0,0 0 0,0 0 0,0 0 0,-1 0 0,1 0 0,0 0 0,0 0 0,0 0 0,0 0 0,0 0 0,-6-2 0,1 1 0,0 1 0,-1-1 0,1 1 0,0 0 0,-9 1 0,-43 6 0,-109 28 0,-54 32 0,93-26 0,113-37 0,0 0 0,0 0 0,-1-2 0,1 0 0,-1 0 0,0-1 0,0-1 0,1-1 0,-1 0 0,-21-4 0,21 2 0,1 1 0,-1 0 0,0 1 0,0 1 0,0 0 0,0 1 0,1 1 0,-1 0 0,0 1 0,1 1 0,0 0 0,0 1 0,0 1 0,-14 7 0,27-12 0,-1-1 0,0 1 0,1 0 0,-1 0 0,1 1 0,0-1 0,-1 0 0,1 0 0,0 1 0,0-1 0,-1 1 0,0 2 0,2-4 0,0 1 0,0-1 0,-1 0 0,1 1 0,0-1 0,0 1 0,0-1 0,0 1 0,0-1 0,0 1 0,1-1 0,-1 1 0,0-1 0,0 1 0,0-1 0,0 0 0,0 1 0,1-1 0,-1 1 0,0-1 0,0 0 0,1 1 0,-1-1 0,0 1 0,1-1 0,-1 0 0,0 0 0,1 1 0,-1-1 0,1 1 0,3 1 0,0-1 0,1 1 0,-1 0 0,0-1 0,1 0 0,-1 0 0,1 0 0,8 0 0,19 0 0,1-2 0,0 0 0,-1-3 0,1 0 0,-1-3 0,59-18 0,-90 25 0,1-1 0,0 1 0,0-1 0,-1 0 0,1 0 0,-1 1 0,1-1 0,0 0 0,-1 0 0,0 0 0,1-1 0,-1 1 0,0 0 0,3-3 0,-8-1 0,-13 4 0,7 3 0,0 0 0,1 1 0,-1 0 0,1 0 0,0 1 0,0 0 0,0 0 0,1 1 0,-14 10 0,8 3 0,13-17 0,1-1 0,0 1 0,0-1 0,0 1 0,0-1 0,0 1 0,0-1 0,0 0 0,0 1 0,0-1 0,1 1 0,-1-1 0,0 1 0,0-1 0,0 1 0,0-1 0,1 0 0,-1 1 0,0-1 0,0 1 0,1-1 0,-1 0 0,0 1 0,0-1 0,1 0 0,-1 0 0,1 1 0,-1-1 0,0 0 0,1 1 0,-1-1 0,1 0 0,-1 0 0,0 0 0,1 0 0,-1 0 0,1 1 0,-1-1 0,1 0 0,-1 0 0,1 0 0,-1 0 0,0 0 0,1 0 0,-1 0 0,1 0 0,-1-1 0,1 1 0,0 0 0,14-1 0,-1 0 0,1-1 0,0-1 0,-1 0 0,19-7 0,-2 1 0,291-97 0,-3 1 0,-282 97 0,-37 8 0,1 0 0,-1 0 0,0 0 0,0 0 0,0 0 0,1 0 0,-1 0 0,0 0 0,0 0 0,0 0 0,1 0 0,-1 0 0,0 0 0,0 0 0,1 0 0,-1 0 0,0 0 0,0 1 0,0-1 0,0 0 0,1 0 0,-1 0 0,0 0 0,0 0 0,0 0 0,0 1 0,1-1 0,-1 0 0,0 0 0,0 0 0,0 0 0,0 1 0,0-1 0,0 0 0,0 0 0,1 0 0,-1 1 0,0-1 0,0 0 0,0 0 0,0 0 0,0 1 0,0-1 0,-6 12 0,-16 15 0,18-23 0,-1 2 0,-4 5 0,0-1 0,1 2 0,-8 12 0,15-22 0,0-1 0,0 1 0,0 0 0,0-1 0,0 1 0,1 0 0,-1 0 0,0-1 0,1 1 0,-1 0 0,1 0 0,0 0 0,0 0 0,0 0 0,0 0 0,0 0 0,0-1 0,0 1 0,0 0 0,1 0 0,-1 0 0,1 0 0,-1 0 0,1-1 0,0 1 0,0 0 0,0 0 0,0-1 0,0 1 0,0-1 0,2 3 0,3-1 0,0 1 0,0-1 0,0 0 0,0-1 0,1 1 0,-1-1 0,1-1 0,0 1 0,-1-1 0,1 0 0,13 0 0,0-1 0,-1-1 0,37-5 0,-38 0 0,-18 6 0,0 0 0,0 0 0,0 0 0,0 0 0,0 0 0,1 0 0,-1 0 0,0 0 0,0 0 0,0 0 0,0-1 0,0 1 0,0 0 0,0 0 0,0 0 0,0 0 0,0 0 0,0 0 0,0 0 0,0 0 0,1-1 0,-1 1 0,0 0 0,0 0 0,0 0 0,0 0 0,0 0 0,0 0 0,0-1 0,0 1 0,0 0 0,0 0 0,0 0 0,-1 0 0,1 0 0,0 0 0,0 0 0,0-1 0,0 1 0,0 0 0,0 0 0,0 0 0,0 0 0,0 0 0,0 0 0,0 0 0,0 0 0,0 0 0,-1-1 0,1 1 0,0 0 0,0 0 0,0 0 0,-28-7 0,1 5 0,0 1 0,-1 2 0,1 0 0,-47 9 0,63-5 0,21-2 0,25 0 0,22-8 0,-52 4 0,0 0 0,-1 0 0,1 0 0,-1-1 0,1 1 0,-1-1 0,1 0 0,-1-1 0,6-3 0,-10 6 0,1 0 0,-1-1 0,0 1 0,0 0 0,0 0 0,1 0 0,-1-1 0,0 1 0,0 0 0,0 0 0,0 0 0,0-1 0,0 1 0,1 0 0,-1 0 0,0-1 0,0 1 0,0 0 0,0 0 0,0-1 0,0 1 0,0 0 0,0 0 0,0-1 0,0 1 0,0 0 0,0 0 0,0-1 0,0 1 0,0 0 0,-1 0 0,1-1 0,0 1 0,0 0 0,0 0 0,0 0 0,0-1 0,0 1 0,-1 0 0,1 0 0,0 0 0,0-1 0,0 1 0,-1 0 0,1 0 0,0 0 0,0 0 0,0 0 0,-1 0 0,1-1 0,0 1 0,0 0 0,-1 0 0,1 0 0,-1 0 0,-9-3 0,0 0 0,-1 0 0,1 2 0,-1-1 0,0 1 0,0 0 0,-17 2 0,24-1 0,-59 2 0,-123 21 0,-62 30 0,41-7 0,204-45 0,0-1 0,0 1 0,0-1 0,-1 1 0,1-1 0,0 0 0,0 0 0,-6-1 0,9 1 0,0 0 0,-1-1 0,1 1 0,0 0 0,0 0 0,0 0 0,0 0 0,0 0 0,0-1 0,-1 1 0,1 0 0,0 0 0,0 0 0,0 0 0,0-1 0,0 1 0,0 0 0,0 0 0,0 0 0,0 0 0,0-1 0,0 1 0,0 0 0,0 0 0,0 0 0,0-1 0,0 1 0,0 0 0,0 0 0,0 0 0,0 0 0,0-1 0,0 1 0,1 0 0,-1 0 0,0 0 0,0 0 0,0-1 0,0 1 0,0 0 0,1 0 0,13-14 0,40-24 0,2 3 0,2 2 0,75-31 0,-44 22 0,87-46 0,-171 86 0,21-14 0,-26 16 0,0 0 0,0 0 0,0 0 0,0 0 0,0 0 0,0 0 0,0 0 0,0 0 0,0 0 0,1 0 0,-1 0 0,0 0 0,0 0 0,0-1 0,0 1 0,0 0 0,0 0 0,0 0 0,0 0 0,0 0 0,0 0 0,0 0 0,0 0 0,0-1 0,0 1 0,0 0 0,0 0 0,0 0 0,0 0 0,0 0 0,0 0 0,0 0 0,0 0 0,0-1 0,0 1 0,0 0 0,0 0 0,0 0 0,0 0 0,0 0 0,0 0 0,0 0 0,0 0 0,0-1 0,-1 1 0,1 0 0,0 0 0,0 0 0,0 0 0,0 0 0,0 0 0,0 0 0,0 0 0,0 0 0,0 0 0,-1 0 0,1 0 0,0 0 0,-18-1 0,-41 11 0,0 3 0,0 1 0,-84 35 0,108-37 0,-417 173 0,370-141 0,63-27 0,19-17 0,0 1 0,0-1 0,0 0 0,-1 0 0,1 1 0,0-1 0,0 0 0,0 0 0,0 1 0,0-1 0,0 0 0,0 1 0,0-1 0,0 0 0,0 0 0,0 1 0,0-1 0,0 0 0,0 0 0,0 1 0,1-1 0,-1 0 0,0 0 0,0 1 0,0-1 0,0 0 0,0 0 0,1 0 0,-1 1 0,0-1 0,0 0 0,0 0 0,0 0 0,1 0 0,-1 1 0,0-1 0,0 0 0,1 0 0,-1 0 0,0 0 0,0 0 0,1 0 0,6 2 0,0-1 0,0 0 0,0 0 0,14-1 0,-21 0 0,510-12-65,-407 8-75,273-21-795,121-4 844,-471 28 121,-1 1-1,1 2 0,-1 0 1,1 2-1,-1 1 0,46 15 0,-65-18 373,3 2 211,-31-3-602,-102 3-11,0 6 0,-137 27 0,32 22 0,23-6 0,196-52 0,18-7 0,36-14 0,88-27 0,-75 28 0,179-55 0,68-15-397,146-20-1405,5 19 1,843-55-1,-1138 140 1673,-151 5 129,-1 0 0,1 0 0,0 1 0,0 0 0,-1 1 0,14 4 0,-22-6 2,1 0-1,-1 0 1,1 1-1,-1-1 1,1 0-1,-1 0 1,1 1-1,-1-1 1,0 0-1,1 1 1,-1-1-1,0 1 1,1-1-1,-1 0 1,0 1 0,1-1-1,-1 1 1,0-1-1,0 1 1,1-1-1,-1 1 1,0-1-1,0 1 1,0-1-1,0 2 1,-9 13 277,-8-2 27,-2 0-1,0-1 0,0-1 1,-1-1-1,-24 9 1,15-6-46,-496 222 3259,489-219-3519,4-1 0,-1-1 0,0-1 0,-1-2 0,-1-1 0,-37 5 0,70-14 0,0-1 0,1 0 0,-1 1 0,0-1 0,1 0 0,-1 0 0,0 0 0,1 0 0,-1 0 0,0 0 0,1 0 0,-1-1 0,0 1 0,1-1 0,-1 1 0,1-1 0,-1 1 0,1-1 0,-1 0 0,1 0 0,-1 0 0,1 0 0,0 0 0,-1 0 0,1 0 0,-1-2 0,1 0 0,0 0 0,1 0 0,-1 1 0,1-1 0,0 0 0,0 0 0,0 0 0,0 0 0,0 0 0,1 0 0,0-3 0,0 2 0,0 0 0,0-1 0,-1 1 0,0-1 0,0 1 0,-1-7 0,1 10 0,0 0 0,-1-1 0,1 1 0,-1 0 0,0 0 0,1-1 0,-1 1 0,0 0 0,0 0 0,1 0 0,-1 0 0,0 0 0,0 0 0,0 0 0,-1 0 0,1 0 0,0 0 0,0 1 0,0-1 0,-1 0 0,1 1 0,0-1 0,0 1 0,-1 0 0,-1-1 0,-7-1 9,0 1 0,0 0 0,0 1 0,0 0 0,-1 0 0,1 1 0,0 0 0,0 1 0,0 0 0,0 1 0,-12 5-1,-17 7-564,-49 27 0,78-36 196,-44 23-6466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1T18:59:35.998"/>
    </inkml:context>
    <inkml:brush xml:id="br0">
      <inkml:brushProperty name="width" value="0.35" units="cm"/>
      <inkml:brushProperty name="height" value="0.35" units="cm"/>
      <inkml:brushProperty name="color" value="#9FFFDA"/>
    </inkml:brush>
  </inkml:definitions>
  <inkml:trace contextRef="#ctx0" brushRef="#br0">1 202 24575,'0'-2'0,"1"1"0,-1 0 0,1 0 0,-1-1 0,1 1 0,0 0 0,0 0 0,-1 0 0,1 0 0,0 0 0,0 0 0,0 0 0,0 0 0,0 0 0,0 0 0,1 1 0,-1-1 0,0 0 0,0 1 0,2-1 0,29-13 0,-28 13 0,107-40 0,119-47 0,-210 81 0,-1 0 0,1 1 0,0 1 0,0 1 0,1 1 0,20-1 0,127 4 0,-86 3 0,361-3 0,-427 1 0,-1 0 0,1 1 0,0 1 0,-1 0 0,0 1 0,27 11 0,82 46 0,-84-38 0,45 17 0,-61-32 0,0-1 0,36 5 0,-11-2 0,18 3 0,127 7 0,72-16 0,2 0 0,105 18 0,-368-22 0,9 1 0,0 0 0,0 1 0,0 1 0,15 4 0,-26-3 0,-9-1 0,-14 1 0,-389 4 0,257-10 0,-657 1 0,858 0 0,1-3 0,60-13 0,99-31 0,-121 25 0,1 4 0,97-7 0,146 20 0,-320 7 0,-15 1 0,-24 1 0,7-1 0,-460 62 0,29-4 0,-349 35 0,597-70 0,189-22 0,33-1 0,409-12-200,5-27-283,-284 23 279,945-97-1429,-881 89 1014,636-43-714,-752 62-2386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1T18:59:56.970"/>
    </inkml:context>
    <inkml:brush xml:id="br0">
      <inkml:brushProperty name="width" value="0.35" units="cm"/>
      <inkml:brushProperty name="height" value="0.35" units="cm"/>
      <inkml:brushProperty name="color" value="#5DFFC1"/>
    </inkml:brush>
  </inkml:definitions>
  <inkml:trace contextRef="#ctx0" brushRef="#br0">0 0 24575,'16'15'0,"0"-2"0,1 0 0,0 0 0,22 10 0,80 36 0,-83-42 0,157 64 0,234 66 0,-389-136 0,46 16 0,-77-24 0,0 0 0,1 1 0,-1 0 0,0 0 0,-1 1 0,1 0 0,11 11 0,-17-15 0,0 0 0,0 0 0,0 1 0,0-1 0,-1 0 0,1 1 0,0-1 0,-1 1 0,1-1 0,-1 0 0,1 1 0,-1 0 0,0-1 0,0 1 0,0-1 0,0 1 0,0-1 0,0 1 0,0-1 0,0 1 0,0 0 0,-1-1 0,1 1 0,-1-1 0,1 0 0,-1 1 0,0-1 0,1 1 0,-1-1 0,0 0 0,-2 3 0,-2 3 0,-1 0 0,-1-1 0,1 1 0,-10 6 0,9-8 0,-185 149 0,146-121 0,-2-3 0,-69 34 0,104-58 0,0 0 0,0-1 0,-23 4 0,34-8 0,-1-1 0,0 1 0,0-1 0,0 0 0,1 0 0,-1 0 0,0 0 0,0-1 0,0 1 0,1-1 0,-4-1 0,5 2 0,0-1 0,0 1 0,0-1 0,0 0 0,0 0 0,0 1 0,0-1 0,0 0 0,0 0 0,1 0 0,-1 0 0,0 0 0,1 0 0,-1 0 0,1 0 0,-1 0 0,1-1 0,-1 1 0,1 0 0,0 0 0,0 0 0,-1 0 0,1-1 0,0 1 0,0 0 0,1-2 0,0-6 0,0 0 0,1 0 0,0 0 0,1 1 0,4-12 0,-4 14 0,-1 0 0,1-1 0,-1 1 0,-1-1 0,1 0 0,-1 1 0,0-1 0,-1 0 0,0-12 0,0 19 0,0 0 0,0-1 0,0 1 0,0 0 0,0-1 0,0 1 0,0 0 0,0 0 0,-1-1 0,1 1 0,0 0 0,0-1 0,0 1 0,-1 0 0,1 0 0,0 0 0,0-1 0,0 1 0,-1 0 0,1 0 0,0 0 0,0-1 0,-1 1 0,1 0 0,0 0 0,-1 0 0,1 0 0,0 0 0,-1 0 0,1 0 0,0 0 0,-1 0 0,1-1 0,0 1 0,0 0 0,-1 1 0,-15 5 0,-12 15 0,26-20 0,-9 9 0,-45 41 0,52-47 0,1-1 0,0 0 0,0 1 0,1 0 0,-1 0 0,1 0 0,0 0 0,0 0 0,0 0 0,0 0 0,1 1 0,-2 8 0,3-12 0,0 0 0,0-1 0,0 1 0,0 0 0,0 0 0,0 0 0,0 0 0,1 0 0,-1-1 0,0 1 0,0 0 0,1 0 0,-1 0 0,1-1 0,-1 1 0,1 0 0,-1 0 0,1-1 0,-1 1 0,1 0 0,0-1 0,-1 1 0,1-1 0,0 1 0,-1-1 0,1 1 0,0-1 0,0 0 0,0 1 0,-1-1 0,1 0 0,0 1 0,2-1 0,37 2 0,-39-3 0,167-18 0,-74 5 0,152-12 0,97 0-164,88-2-655,1726-42-4096,-1974 76 4038,-171-6 821,-1 1-1,1 1 1,-1 0-1,0 1 1,0 0-1,11 5 1,-21-7 69,1-1 1,-1 1-1,0-1 0,0 1 1,1 0-1,-1-1 1,0 1-1,0 0 0,0 0 1,0 0-1,0 0 1,0 0-1,0 0 1,0 0-1,-1 0 0,1 0 1,0 1-1,-1-1 1,1 0-1,-1 0 1,1 1-1,-1-1 0,1 0 1,-1 1-1,0-1 1,0 0-1,0 1 1,1-1-1,-1 1 0,-1-1 1,1 0-1,0 1 1,0-1-1,0 0 0,-1 1 1,1-1-1,-1 0 1,1 1-1,-1-1 1,0 0-1,1 0 0,-1 0 1,0 1-1,0-1 1,0 0-1,1 0 1,-3 1-1,-4 6 236,0-1 0,-1 1 0,-1-1 0,-12 9-1,20-16-228,-165 99 2819,57-37-869,92-51-2198,0-1 0,-1-1 0,-36 13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1T19:00:09.353"/>
    </inkml:context>
    <inkml:brush xml:id="br0">
      <inkml:brushProperty name="width" value="0.35" units="cm"/>
      <inkml:brushProperty name="height" value="0.35" units="cm"/>
      <inkml:brushProperty name="color" value="#85FFD1"/>
    </inkml:brush>
  </inkml:definitions>
  <inkml:trace contextRef="#ctx0" brushRef="#br0">2053 781 24575,'60'2'0,"-30"-1"0,58-4 0,-84 1 0,-9-1 0,-63-18 0,-1 3 0,0 4 0,-77-7 0,93 14 0,-435-48 0,471 53 0,0 1 0,0-1 0,0-1 0,1 0 0,-1-1 0,1-1 0,0 0 0,-26-13 0,41 17 0,-1 0 0,1 0 0,0 0 0,-1 1 0,1-1 0,0 0 0,0-1 0,-1 1 0,1 0 0,0 0 0,0 0 0,0-1 0,1 1 0,-1 0 0,0-1 0,0 1 0,1-1 0,-1 1 0,1-1 0,-1 1 0,1-1 0,-1 1 0,1-1 0,0 0 0,0 1 0,0-3 0,1 0 0,0 1 0,1 0 0,-1 0 0,1 0 0,0 0 0,0 0 0,0 0 0,0 0 0,0 1 0,0-1 0,1 1 0,3-3 0,12-11 0,2 1 0,-1 1 0,2 1 0,0 1 0,32-14 0,121-38 0,-144 54 0,563-141 0,-530 137 0,-135 34 0,-117 50 0,72-23 0,90-37 0,-331 112 0,340-117 0,0-1 0,-21 3 0,37-7 0,0 1 0,1-1 0,-1 0 0,1 0 0,-1 0 0,0 0 0,1 0 0,-1 0 0,0 0 0,1-1 0,-1 1 0,0-1 0,1 1 0,-1-1 0,1 1 0,-1-1 0,1 0 0,-1 0 0,-1-1 0,3 1 0,0 0 0,-1 1 0,1-1 0,0 0 0,0 0 0,0 0 0,0 0 0,-1 0 0,1 0 0,0 0 0,0 0 0,1 1 0,-1-1 0,0 0 0,0 0 0,0 0 0,1 0 0,-1 0 0,0 0 0,1 1 0,-1-1 0,1 0 0,-1 0 0,1 0 0,5-8 0,0 1 0,1 1 0,0-1 0,12-10 0,39-27 0,-38 31 0,-1 0 0,-1-2 0,0 0 0,-1-1 0,23-29 0,-40 45 0,1 0 0,0 0 0,0 0 0,0 0 0,-1 0 0,1 0 0,0 0 0,-1 0 0,1 0 0,-1 0 0,0-1 0,1 1 0,-1 0 0,0 0 0,0-1 0,0 1 0,1 0 0,-1 0 0,0-1 0,-1 1 0,1 0 0,0 0 0,0 0 0,0-1 0,-1 1 0,1 0 0,-1 0 0,1 0 0,-1 0 0,1 0 0,-1-1 0,0 1 0,0 0 0,1 0 0,-1 1 0,0-1 0,0 0 0,0 0 0,0 0 0,0 1 0,-2-2 0,-3-1 0,-1 0 0,0 1 0,1 0 0,-1 0 0,0 0 0,-10 0 0,-108-6 0,4 1 0,117 7 0,0-1 0,-1 0 0,1 1 0,0-2 0,0 1 0,0 0 0,0-1 0,0 0 0,0 0 0,0 0 0,0 0 0,1-1 0,-4-2 0,6 4 0,0 0 0,0 0 0,1 0 0,-1 0 0,0 0 0,1 0 0,-1 0 0,1 0 0,-1-1 0,1 1 0,0 0 0,0 0 0,-1 0 0,1-1 0,0 1 0,0 0 0,0 0 0,0-2 0,1 0 0,0 0 0,0 1 0,0-1 0,0 1 0,0-1 0,0 1 0,1-1 0,-1 1 0,1 0 0,0 0 0,2-3 0,2-1 0,0-1 0,1 1 0,0 0 0,0 1 0,0-1 0,1 2 0,0-1 0,0 1 0,0 0 0,0 1 0,1-1 0,16-2 0,-25 5 0,0 1 0,1 0 0,-1 0 0,0 0 0,1 0 0,-1 0 0,0 0 0,0 0 0,1 0 0,-1 1 0,0-1 0,1 0 0,-1 0 0,0 0 0,1 0 0,-1 0 0,0 0 0,0 1 0,1-1 0,-1 0 0,0 0 0,0 0 0,1 1 0,-1-1 0,0 0 0,0 0 0,0 0 0,1 1 0,-1-1 0,0 0 0,0 1 0,0-1 0,0 0 0,0 0 0,0 1 0,0-1 0,1 0 0,-1 1 0,0-1 0,0 0 0,0 1 0,0-1 0,0 0 0,0 1 0,-1-1 0,1 0 0,0 1 0,0-1 0,0 0 0,0 0 0,0 1 0,0-1 0,0 0 0,-1 1 0,1-1 0,0 0 0,0 0 0,0 0 0,-1 1 0,1-1 0,-1 0 0,-13 20 0,-11 6 0,-1-1 0,-37 26 0,33-28 0,-48 48 0,76-68 0,0-1 0,0 0 0,1 1 0,-1-1 0,0 1 0,1-1 0,0 1 0,-1 0 0,0 2 0,2-4 0,0 0 0,0 0 0,0 0 0,0 0 0,-1 0 0,1 0 0,1-1 0,-1 1 0,0 0 0,0 0 0,0 0 0,0 0 0,1 0 0,-1 0 0,0-1 0,1 1 0,-1 0 0,0 0 0,1-1 0,-1 1 0,2 1 0,0 0 0,1 0 0,0-1 0,0 1 0,0-1 0,0 1 0,1-1 0,-1 0 0,0 0 0,0 0 0,1-1 0,-1 1 0,0-1 0,1 0 0,-1 0 0,5 0 0,49-3 0,-1-3 0,1-2 0,59-16 0,-31 5 0,324-60 0,-373 74 0,-75 18 0,-994 249-1190,998-254 1170,-63 16 10,-124 12-1,216-35 11,0 0 0,0-1 0,1 0 0,-1 0 0,0-1 0,0 0 0,0 0 0,-6-1 0,12 1 0,0 1 0,0 0 0,0 0 0,-1 0 0,1 0 0,0-1 0,0 1 0,0 0 0,0 0 0,0 0 0,-1-1 0,1 1 0,0 0 0,0 0 0,0-1 0,0 1 0,0 0 0,0 0 0,0-1 0,0 1 0,0 0 0,0 0 0,0-1 0,0 1 0,0 0 0,0 0 0,0 0 0,0-1 0,0 1 0,0 0 0,1 0 0,-1-1 0,0 1 0,0 0 0,0 0 0,0 0 0,0-1 0,1 1 0,-1 0 0,0 0 0,0 0 0,0 0 0,1-1 0,-1 1 0,0 0 0,0 0 0,0 0 0,1 0 0,-1 0 0,0 0 0,0 0 0,1 0 0,-1 0 0,38-17 0,14 3 0,59-10 0,182-15 0,127 5-164,111 9-655,623 2-1046,0 54 401,-782-2 850,-120 4 472,-212-26 142,68 21 0,-102-26 1,-1 0 1,1 0-1,-1 1 0,0 0 0,1 0 0,-1 0 0,7 7 0,-10-8-2,-1-1-1,1 1 1,-1-1 0,0 1 0,0 0-1,0 0 1,0-1 0,0 1 0,0 0-1,0 0 1,0 0 0,-1 0 0,1 0-1,-1 0 1,1 0 0,-1 3 0,-1 0 11,0-1 0,0 1 1,0 0-1,-1-1 1,0 1-1,0-1 0,0 0 1,0 0-1,-1 1 1,1-1-1,-1-1 0,0 1 1,0 0-1,-1-1 0,1 0 1,-8 6-1,-43 34 1135,-73 44 0,10-7 333,62-37-695,33-25-277,0-1 0,-49 28-1,69-44-501,0 0-1,0 0 1,-1 0-1,1 0 1,0 0 0,0-1-1,0 1 1,-1-1-1,1 1 1,0-1-1,-1 0 1,1 0-1,0 0 1,-1 0-1,1-1 1,0 1-1,0-1 1,-1 1-1,1-1 1,-3-1-1,-13-3-10,-24-4 7,-1 3 0,0 2 0,-49 0 0,44 3 0,-645-7 0,472 8 0,1027 1 0,-784 0 0,-18 1 0,-28 4 0,12-3 0,-17 4 0,-19 4 0,-1-1 0,-68 4 0,-623-9-499,438-7 38,-1095 1-407,1359-1 868,33 1 0,7-1 0,57-10 0,-24 5 0,208-34 0,133-7-164,745-37-1958,2 50 2051,-917 35 586,-187 0-493,0 1-1,0 1 1,22 4 0,-40-5-22,-1-1 0,1 0 0,-1 0 0,1 0 0,0 0 0,-1 0 0,1 0 0,-1 1 0,1-1 0,-1 0 0,1 0 0,-1 1 0,1-1 0,-1 0 0,0 1 0,1-1 0,-1 1 0,1-1 0,-1 0 0,0 1 0,1-1 0,-1 1 0,0-1 0,0 1 0,1 0 0,-1 0 0,-1 0 0,1-1 0,-1 1 0,1 0 0,-1 0 0,1-1 0,-1 1 0,1 0 0,-1-1 0,1 1 0,-1-1 0,0 1 0,1-1 0,-1 1 0,0-1 0,0 1 0,0-1 0,0 1 0,-20 8 0,1-1 0,-36 9 0,-137 29 0,-92 7 164,-95 5 533,-91 2-529,-1790 165-3610,1812-193 3302,141-22 140,275-9 0,-1-2 0,-46-7 0,79 8 0,1 0 0,-1 0 0,0 0 0,1 0 0,-1 0 0,1 0 0,-1 0 0,0 0 0,1 0 0,-1-1 0,1 1 0,-1 0 0,1 0 0,-1-1 0,0 1 0,1 0 0,-1-1 0,1 1 0,0 0 0,-1-1 0,1 1 0,-1-1 0,1 1 0,0-1 0,-1 1 0,1-1 0,0 1 0,-1-1 0,1 1 0,0-1 0,0 0 0,0 0 0,0 0 0,1 0 0,0-1 0,0 1 0,1 0 0,-1 0 0,0 0 0,0 0 0,0 0 0,1 0 0,-1 0 0,1 0 0,-1 1 0,0-1 0,3 0 0,33-13 0,64-14 0,136-23 0,147-7 52,434-11 0,395 56 2080,-1147 13-1721,91 6 156,-136-1-564,-21-5-3,0 0-1,0 0 1,1 1 0,-1-1 0,0 0 0,0 0 0,0 0 0,0 0 0,0 0-1,1 0 1,-1 1 0,0-1 0,0 0 0,0 0 0,0 0 0,0 0 0,0 1-1,0-1 1,1 0 0,-1 0 0,0 0 0,0 1 0,0-1 0,0 0 0,0 0-1,0 0 1,0 1 0,0-1 0,0 0 0,0 0 0,0 0 0,0 1 0,0-1 0,0 0-1,-1 0 1,1 0 0,0 1 0,0-1 0,0 0 0,0 0 0,0 0 0,0 1-1,-3 1 20,0 0-1,0 0 1,0 0 0,0 0-1,0-1 1,0 1-1,0-1 1,-4 1-1,-68 21 702,-123 23 0,79-22-416,-403 123-140,491-136 166,-37 20 0,43-14-157,24-16-172,1-1 1,0 0 0,-1 1 0,1-1 0,-1 1 0,1-1 0,0 0 0,-1 1 0,1-1 0,0 1 0,0-1-1,0 1 1,-1-1 0,1 1 0,0-1 0,0 1 0,0-1 0,0 1 0,0-1 0,0 1 0,0-1-1,0 1 1,0-1 0,0 1 0,0 0 0,2 1-4,0 0 0,0-1 0,0 1 1,1-1-1,-1 0 0,0 0 0,1 0 0,-1 0 0,1 0 0,-1 0 0,1-1 1,-1 1-1,1-1 0,-1 1 0,1-1 0,3 0 0,76 4 2,1-3 0,136-16 0,28 0 0,-243 14 0,0 1 0,-1 0 0,1 0 0,0 1 0,0-1 0,0 1 0,7 2 0,-11-3 0,0 0 0,1 1 0,-1-1 0,0 0 0,0 0 0,0 0 0,0 0 0,1 1 0,-1-1 0,0 0 0,0 0 0,0 0 0,0 1 0,0-1 0,0 0 0,0 0 0,0 1 0,0-1 0,0 0 0,0 0 0,0 1 0,0-1 0,0 0 0,0 0 0,0 0 0,0 1 0,0-1 0,0 0 0,0 0 0,0 1 0,0-1 0,0 0 0,0 0 0,0 0 0,-1 1 0,1-1 0,0 0 0,0 0 0,0 1 0,-18 14 0,-33 16 0,-96 44 0,93-50 0,-89 55 0,140-77 0,-1-1 0,0 1 0,1 0 0,0-1 0,0 2 0,0-1 0,0 0 0,0 0 0,-3 7 0,5-10 0,1 1 0,0-1 0,0 1 0,0-1 0,0 1 0,0-1 0,-1 1 0,1-1 0,0 1 0,0 0 0,0-1 0,1 1 0,-1-1 0,0 1 0,0-1 0,0 1 0,0-1 0,0 1 0,1-1 0,-1 1 0,0-1 0,0 1 0,1-1 0,-1 0 0,0 1 0,1-1 0,-1 1 0,1 0 0,1 0 0,0 0 0,0 0 0,1 0 0,-1 0 0,0 0 0,0 0 0,1-1 0,-1 1 0,0-1 0,5 1 0,16-1 0,1 0 0,38-5 0,128-22 0,95-16-164,99-9-655,84 3-164,757-24-1208,-8 50-431,-1112 21 2337,127 6 95,-216-1 210,-24 1 123,-156 24 1126,82-17-1009,-1446 145 3124,1496-154-3195,-19 2 54,-90-6 1,137 2-247,0 0 0,0-1 0,0 0 0,-1 0-1,1 0 1,0 0 0,0 0 0,0-1 0,1 0 0,-1 0 0,0 0-1,-3-3 1,5 3 13,0 1 1,1-1-1,-1 0 0,1-1 0,0 1 1,0 0-1,-1 0 0,1-1 0,1 1 1,-1 0-1,0-1 0,1 1 0,-1-1 1,1 1-1,0-1 0,0 1 0,0-1 1,0 1-1,1-5 0,2-21 89,2 1 0,0 1 0,3-1 0,0 1 0,1 0 0,1 0 0,21-35 0,-3 12 83,3 3 0,59-73 0,-80 107-182,51-55 0,-54 60 0,1 0 0,-1 0 0,2 1 0,-1 0 0,1 1 0,13-6 0,-22 10 0,1 1 0,0-1 0,0 1 0,-1 0 0,1-1 0,0 1 0,0 0 0,0 0 0,-1 0 0,1-1 0,0 1 0,0 0 0,0 0 0,0 0 0,-1 0 0,1 1 0,0-1 0,0 0 0,0 0 0,0 0 0,-1 1 0,1-1 0,1 1 0,-2 0 0,1-1 0,-1 1 0,0 0 0,1 0 0,-1 0 0,0-1 0,0 1 0,0 0 0,0 0 0,0 0 0,0 0 0,0-1 0,0 1 0,0 0 0,0 0 0,0 0 0,-1 0 0,1-1 0,0 1 0,-1 0 0,1 0 0,0-1 0,-1 1 0,0 1 0,-7 10 0,0-1 0,0 0 0,-1-1 0,0 0 0,-1 0 0,0-1 0,-1 0 0,-18 11 0,-68 43 0,-2-5 0,-112 48 0,196-99 0,-58 29 0,-130 43 0,196-77 0,-1 1 0,0-2 0,1 1 0,-1-1 0,0 0 0,0-1 0,-11 0 0,18 0 0,0 0 0,0 0 0,0 0 0,1 0 0,-1 0 0,0-1 0,0 1 0,1 0 0,-1 0 0,0-1 0,1 1 0,-1-1 0,0 1 0,1 0 0,-1-1 0,1 1 0,-1-1 0,0 1 0,1-1 0,-1 0 0,1 1 0,-1-1 0,1 1 0,0-1 0,-1 0 0,1 0 0,0 1 0,-1-1 0,1 0 0,0 1 0,0-1 0,0 0 0,0 0 0,0 1 0,0-1 0,0 0 0,0 0 0,0 0 0,0 1 0,0-1 0,0 0 0,0 0 0,1 1 0,-1-1 0,0 0 0,1-1 0,3-4 0,0-1 0,1 1 0,0 0 0,0 1 0,0-1 0,1 1 0,0 0 0,7-6 0,36-25 10,1 2 1,2 2-1,68-31 0,182-64-195,-289 122 165,532-185-1274,17 57 458,-543 129 806,100-11-43,-110 14 74,1 1-1,-1 0 0,0 1 0,1 0 0,-1 0 0,0 1 0,0 1 0,0-1 0,11 6 0,-18-8 0,0 1 0,-1 0 0,1 0 0,0 0 0,-1 0 0,1 0 0,-1 0 0,0 0 0,1 0 0,-1 1 0,0-1 0,1 1 0,-1-1 0,0 1 0,0-1 0,0 1 0,0 0 0,-1-1 0,1 1 0,0 0 0,-1 0 0,1-1 0,-1 1 0,0 0 0,0 0 0,1 0 0,-1 3 0,-1 0 0,0 0 0,-1 0 0,1 0 0,-1 0 0,0 0 0,0 0 0,0 0 0,-6 7 0,-7 11 111,-1-2 0,-1 0 1,0-1-1,-29 25 0,-90 65 827,99-82-828,-394 275 14,410-289-109,-60 33 208,75-44-191,-1 0 0,1 0-1,-1-1 1,1 1 0,-1-2 0,0 1 0,0-1 0,0 0 0,-12 0 0,18-1-29,0 0 1,0 0-1,-1 0 0,1 0 1,0-1-1,0 1 1,0 0-1,0-1 0,0 1 1,0-1-1,0 1 1,-1-1-1,1 1 0,1-1 1,-1 0-1,0 1 1,0-1-1,0 0 0,0 0 1,0 0-1,1 0 1,-1 0-1,0 0 0,1 0 1,-1 0-1,1 0 1,-1 0-1,1 0 0,-1 0 1,1 0-1,0 0 1,-1 0-1,1 0 0,0-1 1,0 1-1,0 0 1,0 0-1,0 0 0,0-1 1,1-1-1,0-4-7,1 1 0,0-1 0,0 0 0,0 0 0,1 1 0,4-7 0,13-23 4,2 0 0,2 2 0,31-35 0,93-90 0,-76 85 0,3 3 0,116-84 0,-183 150 0,-1 0 0,1 0 0,0 1 0,16-6 0,-23 9 0,-1 1 0,1 0 0,-1-1 0,1 1 0,-1 0 0,1 0 0,-1-1 0,1 1 0,0 0 0,-1 0 0,1 0 0,-1 0 0,1 0 0,0 0 0,-1 0 0,1 0 0,-1 0 0,1 0 0,0 0 0,-1 0 0,1 1 0,-1-1 0,1 0 0,-1 0 0,1 1 0,-1-1 0,1 0 0,-1 1 0,1-1 0,-1 0 0,1 1 0,-1-1 0,1 1 0,-1-1 0,0 1 0,1-1 0,-1 1 0,0-1 0,1 1 0,-1-1 0,0 1 0,0-1 0,1 2 0,-1 0 0,0 0 0,0 0 0,-1 1 0,1-1 0,0 0 0,-1 1 0,1-1 0,-1 0 0,-1 3 0,-11 19 0,0-1 0,-1-1 0,-2 0 0,-22 25 0,15-19 0,-30 47 0,51-72 0,0 0 0,1 0 0,-1 0 0,1 1 0,0-1 0,0 0 0,0 1 0,0-1 0,1 1 0,-1 4 0,1-7 0,0-1 0,0 1 0,0 0 0,0-1 0,0 1 0,0-1 0,1 1 0,-1-1 0,0 1 0,0-1 0,1 1 0,-1-1 0,0 1 0,1-1 0,-1 1 0,0-1 0,1 1 0,-1-1 0,1 0 0,-1 1 0,0-1 0,1 0 0,-1 1 0,1-1 0,0 0 0,1 1 0,0-1 0,-1 0 0,1 0 0,0 0 0,0 0 0,-1 0 0,1 0 0,0 0 0,-1-1 0,1 1 0,0-1 0,-1 1 0,3-1 0,21-11 0,-1-1 0,0-1 0,-1-1 0,-1-1 0,32-29 0,14-9 0,-99 89 0,2-13 0,-1-2 0,0 0 0,-2-2 0,-46 19 0,-245 85-228,-13-26-344,283-81 461,-224 59-202,-382 51 0,647-123 313,-7 1 0,-1 0 0,1-2 0,-1 0 0,0-1 0,0-1 0,-29-5 0,47 5 2,0 1 0,0-1 0,0 1 0,1-1-1,-1 1 1,0-1 0,0 0 0,0 0 0,1 0 0,-1 0 0,0 0 0,1-1 0,-1 1 0,1 0 0,-1-1-1,1 1 1,0-1 0,0 1 0,-1-1 0,1 0 0,0 1 0,0-1 0,1 0 0,-1 0 0,0 0-1,1 0 1,-1 0 0,1 0 0,-1 0 0,1 0 0,0 0 0,0 0 0,0 0 0,0 0 0,1-3 0,-1 2 96,0 0 0,0 0 0,0 0 1,0 0-1,-1 0 0,1 0 1,-1 0-1,0 0 0,0 0 1,0 1-1,0-1 0,0 0 1,-3-3-1,2 4-91,1 0 0,-1 1 0,0 0 0,0-1 0,0 1 0,0 0 0,0 0 0,0 0 0,0 0 0,0 0 0,0 1 0,0-1 0,-1 1 0,1-1 0,-3 1-1,-39-2-15,24 2-1,-9-7 10,25 0 0,17-4 0,14 2-1365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1BDBD2E-87EB-4496-B877-DF3861B7DA12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9499FE7-3D98-4DEA-9A91-6360123355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636912"/>
            <a:ext cx="7772400" cy="72178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Python Snake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9632" y="3717032"/>
            <a:ext cx="7772400" cy="1199704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Parul Institute of Computer Applications</a:t>
            </a:r>
          </a:p>
          <a:p>
            <a:pPr algn="ctr"/>
            <a:r>
              <a:rPr lang="en-US" dirty="0"/>
              <a:t>Semester 2 Project -1</a:t>
            </a:r>
          </a:p>
          <a:p>
            <a:pPr algn="ctr"/>
            <a:r>
              <a:rPr lang="en-US" dirty="0"/>
              <a:t>2022-23</a:t>
            </a:r>
          </a:p>
          <a:p>
            <a:pPr algn="ctr"/>
            <a:r>
              <a:rPr lang="en-US" dirty="0"/>
              <a:t>Team members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b="1" dirty="0" err="1"/>
              <a:t>Rashika</a:t>
            </a:r>
            <a:r>
              <a:rPr lang="en-IN" b="1" dirty="0"/>
              <a:t> Vidyarthi 2205103120019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b="1" dirty="0"/>
              <a:t>Rishabdev Panchal 2205103140012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b="1" dirty="0"/>
              <a:t>Swayam </a:t>
            </a:r>
            <a:r>
              <a:rPr lang="en-IN" b="1" dirty="0" err="1"/>
              <a:t>Rajora</a:t>
            </a:r>
            <a:r>
              <a:rPr lang="en-IN" b="1" dirty="0"/>
              <a:t> 2205103130003</a:t>
            </a:r>
          </a:p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055BF2-B8EC-3E21-A4B7-9F2C373535FF}"/>
              </a:ext>
            </a:extLst>
          </p:cNvPr>
          <p:cNvSpPr txBox="1">
            <a:spLocks/>
          </p:cNvSpPr>
          <p:nvPr/>
        </p:nvSpPr>
        <p:spPr>
          <a:xfrm>
            <a:off x="1475656" y="-194895"/>
            <a:ext cx="7772400" cy="815933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1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External Project Viva 2022-2023</a:t>
            </a:r>
          </a:p>
        </p:txBody>
      </p:sp>
      <p:pic>
        <p:nvPicPr>
          <p:cNvPr id="6" name="image1.jpg" descr="PU_Logo1">
            <a:extLst>
              <a:ext uri="{FF2B5EF4-FFF2-40B4-BE49-F238E27FC236}">
                <a16:creationId xmlns:a16="http://schemas.microsoft.com/office/drawing/2014/main" id="{441FE1B3-D93E-B2FD-EF84-E614F7EC4CE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321696" y="768185"/>
            <a:ext cx="1872208" cy="1796719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7467600" cy="928670"/>
          </a:xfrm>
        </p:spPr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85720" y="908720"/>
            <a:ext cx="8429684" cy="5949280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Abstract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Tools and Technology Used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D2611C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Features of Proposed System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Limitation of Proposed System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D2611C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Users and their role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description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System Flow Diagram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Data Flow Diagram ( All Levels) 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Use Case Diagram  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Data Dictionary 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Screenshots of Development Phase 1 ( Designing of your Project) 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Screenshots of Development Phase 2 ( Features Implementation)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Screenshots of Development Phase 3 ( Features Implementation)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Future Enhancement 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Conclusion 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References </a:t>
            </a:r>
          </a:p>
          <a:p>
            <a:pPr>
              <a:buFont typeface="Wingdings" pitchFamily="2" charset="2"/>
              <a:buChar char="Ø"/>
            </a:pPr>
            <a:endParaRPr lang="en-US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Snake game is one of the most popular arcade games of all time. In this game,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themain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objective of the player is to catch the maximum number of fruits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withouthitting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the wall or itself.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It is one of the best beginner-friendly projects that every novice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programmershould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take as a challenge.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game should be displayed on a window with a fixed size.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snake should consist of a head and a body made up of square blocks. The head should move around the screen, and the body should follow behind it.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game should end if the snake collides with the walls or with its own body.</a:t>
            </a:r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Technology Used</a:t>
            </a:r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1308D3-852B-9FAC-6BF0-343B59292DC4}"/>
              </a:ext>
            </a:extLst>
          </p:cNvPr>
          <p:cNvSpPr txBox="1">
            <a:spLocks/>
          </p:cNvSpPr>
          <p:nvPr/>
        </p:nvSpPr>
        <p:spPr>
          <a:xfrm>
            <a:off x="609600" y="17526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Language Used: Python</a:t>
            </a:r>
          </a:p>
          <a:p>
            <a:r>
              <a:rPr lang="en-US" b="1" dirty="0" err="1"/>
              <a:t>Liblaries</a:t>
            </a:r>
            <a:r>
              <a:rPr lang="en-US" b="1" dirty="0"/>
              <a:t>/Modules Used:</a:t>
            </a:r>
          </a:p>
          <a:p>
            <a:pPr>
              <a:buFontTx/>
              <a:buChar char="-"/>
            </a:pPr>
            <a:r>
              <a:rPr lang="en-US" b="1" dirty="0"/>
              <a:t>Turtle – Allows users to create pictures and shapes with a provided, virtual canvas.</a:t>
            </a:r>
          </a:p>
          <a:p>
            <a:pPr>
              <a:buFontTx/>
              <a:buChar char="-"/>
            </a:pPr>
            <a:r>
              <a:rPr lang="en-US" b="1" dirty="0"/>
              <a:t>Random – Generated random positions, numbers, and values.</a:t>
            </a:r>
          </a:p>
          <a:p>
            <a:pPr>
              <a:buFontTx/>
              <a:buChar char="-"/>
            </a:pPr>
            <a:r>
              <a:rPr lang="en-US" b="1" dirty="0"/>
              <a:t>Time - It allows functionality like getting the current time, pausing the Program from executing, etc.</a:t>
            </a:r>
          </a:p>
          <a:p>
            <a:pPr>
              <a:buFontTx/>
              <a:buChar char="-"/>
            </a:pPr>
            <a:endParaRPr lang="en-IN" b="1" dirty="0"/>
          </a:p>
          <a:p>
            <a:pPr marL="0" indent="0">
              <a:buFont typeface="Wingdings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748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758952"/>
          </a:xfrm>
        </p:spPr>
        <p:txBody>
          <a:bodyPr>
            <a:normAutofit/>
          </a:bodyPr>
          <a:lstStyle/>
          <a:p>
            <a:r>
              <a:rPr lang="en-US" dirty="0"/>
              <a:t>Features of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Python-Based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of entertainment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use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Brings back old memories</a:t>
            </a:r>
          </a:p>
          <a:p>
            <a:endParaRPr lang="en-US" dirty="0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 of Proposed System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fully fledged game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amazing enjoyable graphics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source code is available with different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variaints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the internet.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Users and their role description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There is only one user in the proposed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system. It is the player himself who plays the game.</a:t>
            </a:r>
            <a:b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Main role of the user is to play and enjoy the game and create the highest score possible. </a:t>
            </a:r>
            <a:endParaRPr lang="en-US" dirty="0"/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Flow Diagram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AADCEE5-2EBC-F754-3CED-8B850C5AEDA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17" y="1772816"/>
            <a:ext cx="7064766" cy="4873625"/>
          </a:xfrm>
        </p:spPr>
      </p:pic>
      <p:sp>
        <p:nvSpPr>
          <p:cNvPr id="4" name="Action Button: Home 3">
            <a:hlinkClick r:id="rId3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70A4A5-FEC2-36DA-5077-50C2FE9F816C}"/>
              </a:ext>
            </a:extLst>
          </p:cNvPr>
          <p:cNvSpPr txBox="1"/>
          <p:nvPr/>
        </p:nvSpPr>
        <p:spPr>
          <a:xfrm>
            <a:off x="2286000" y="326191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 b="0" i="0" u="none" strike="noStrike" baseline="0" dirty="0">
              <a:latin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7D0005-D441-7288-AC97-40880101EFF3}"/>
              </a:ext>
            </a:extLst>
          </p:cNvPr>
          <p:cNvCxnSpPr/>
          <p:nvPr/>
        </p:nvCxnSpPr>
        <p:spPr>
          <a:xfrm>
            <a:off x="3923928" y="2456054"/>
            <a:ext cx="20882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D9A958-A69C-B546-408B-7A1871579B65}"/>
              </a:ext>
            </a:extLst>
          </p:cNvPr>
          <p:cNvCxnSpPr/>
          <p:nvPr/>
        </p:nvCxnSpPr>
        <p:spPr>
          <a:xfrm>
            <a:off x="3923928" y="4653136"/>
            <a:ext cx="20882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EB67D5-5FAE-7B60-C2BD-33B9B48AF508}"/>
              </a:ext>
            </a:extLst>
          </p:cNvPr>
          <p:cNvCxnSpPr>
            <a:cxnSpLocks/>
          </p:cNvCxnSpPr>
          <p:nvPr/>
        </p:nvCxnSpPr>
        <p:spPr>
          <a:xfrm>
            <a:off x="6012160" y="3789040"/>
            <a:ext cx="14857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165DAA-276A-C410-F315-071A63CDFEE3}"/>
              </a:ext>
            </a:extLst>
          </p:cNvPr>
          <p:cNvCxnSpPr>
            <a:cxnSpLocks/>
          </p:cNvCxnSpPr>
          <p:nvPr/>
        </p:nvCxnSpPr>
        <p:spPr>
          <a:xfrm>
            <a:off x="5076056" y="5139608"/>
            <a:ext cx="241310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170BCD-9AF9-BC96-2D02-17C71C328700}"/>
              </a:ext>
            </a:extLst>
          </p:cNvPr>
          <p:cNvCxnSpPr>
            <a:cxnSpLocks/>
          </p:cNvCxnSpPr>
          <p:nvPr/>
        </p:nvCxnSpPr>
        <p:spPr>
          <a:xfrm>
            <a:off x="6012160" y="6309320"/>
            <a:ext cx="19126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8B592D-0546-BF43-E1E9-B1D41B18311E}"/>
              </a:ext>
            </a:extLst>
          </p:cNvPr>
          <p:cNvCxnSpPr>
            <a:cxnSpLocks/>
          </p:cNvCxnSpPr>
          <p:nvPr/>
        </p:nvCxnSpPr>
        <p:spPr>
          <a:xfrm>
            <a:off x="1259632" y="6318112"/>
            <a:ext cx="26695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1DF8593-19C5-D98D-2E61-15BF27BE86C8}"/>
              </a:ext>
            </a:extLst>
          </p:cNvPr>
          <p:cNvCxnSpPr>
            <a:cxnSpLocks/>
          </p:cNvCxnSpPr>
          <p:nvPr/>
        </p:nvCxnSpPr>
        <p:spPr>
          <a:xfrm>
            <a:off x="3491880" y="6012496"/>
            <a:ext cx="649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BC5889-1C0D-8322-5315-A21D8E4D5B42}"/>
              </a:ext>
            </a:extLst>
          </p:cNvPr>
          <p:cNvCxnSpPr>
            <a:cxnSpLocks/>
          </p:cNvCxnSpPr>
          <p:nvPr/>
        </p:nvCxnSpPr>
        <p:spPr>
          <a:xfrm>
            <a:off x="5793686" y="6012496"/>
            <a:ext cx="6492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A0FBF80-4D3B-6D01-893D-378E0F47DD7B}"/>
              </a:ext>
            </a:extLst>
          </p:cNvPr>
          <p:cNvCxnSpPr>
            <a:cxnSpLocks/>
          </p:cNvCxnSpPr>
          <p:nvPr/>
        </p:nvCxnSpPr>
        <p:spPr>
          <a:xfrm>
            <a:off x="3851920" y="3051376"/>
            <a:ext cx="23042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27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Flow Diagram ( All levels of DFDs)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76E280-6122-3BBD-88E5-5FCCA6154C2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924944"/>
            <a:ext cx="7467598" cy="1246909"/>
          </a:xfrm>
        </p:spPr>
      </p:pic>
      <p:sp>
        <p:nvSpPr>
          <p:cNvPr id="4" name="Action Button: Home 3">
            <a:hlinkClick r:id="rId3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23FF0-7EE9-1E71-FF3E-4C5F33BC8E8C}"/>
              </a:ext>
            </a:extLst>
          </p:cNvPr>
          <p:cNvSpPr txBox="1"/>
          <p:nvPr/>
        </p:nvSpPr>
        <p:spPr>
          <a:xfrm>
            <a:off x="3671900" y="1821494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Level Zero DFD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97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9F5730-0169-8166-8B36-8DA0A3919CD6}"/>
              </a:ext>
            </a:extLst>
          </p:cNvPr>
          <p:cNvSpPr txBox="1"/>
          <p:nvPr/>
        </p:nvSpPr>
        <p:spPr>
          <a:xfrm>
            <a:off x="3671900" y="193380"/>
            <a:ext cx="180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Level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One</a:t>
            </a:r>
            <a:r>
              <a:rPr lang="en-IN" sz="16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DFD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854C6E-6AAE-36FA-7BAC-836BB70EE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5" y="815226"/>
            <a:ext cx="6192690" cy="589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3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9F5730-0169-8166-8B36-8DA0A3919CD6}"/>
              </a:ext>
            </a:extLst>
          </p:cNvPr>
          <p:cNvSpPr txBox="1"/>
          <p:nvPr/>
        </p:nvSpPr>
        <p:spPr>
          <a:xfrm>
            <a:off x="3671900" y="193380"/>
            <a:ext cx="180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Level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Two</a:t>
            </a:r>
            <a:r>
              <a:rPr lang="en-IN" sz="16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DFD</a:t>
            </a:r>
            <a:endParaRPr lang="en-I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854C6E-6AAE-36FA-7BAC-836BB70EE9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9632" y="836712"/>
            <a:ext cx="6624736" cy="589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76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Case Diagram </a:t>
            </a:r>
          </a:p>
        </p:txBody>
      </p:sp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11CD541-E863-132B-CE22-84C877740C6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5" y="1725826"/>
            <a:ext cx="6912770" cy="4642481"/>
          </a:xfrm>
        </p:spPr>
      </p:pic>
    </p:spTree>
    <p:extLst>
      <p:ext uri="{BB962C8B-B14F-4D97-AF65-F5344CB8AC3E}">
        <p14:creationId xmlns:p14="http://schemas.microsoft.com/office/powerpoint/2010/main" val="3501860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08F4-BFD7-445C-881E-1CA8816D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Dictionary 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5E2E4D-BF5D-6FAB-0613-818BC1708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9" t="2805" r="5405" b="4302"/>
          <a:stretch/>
        </p:blipFill>
        <p:spPr>
          <a:xfrm>
            <a:off x="1131403" y="1556792"/>
            <a:ext cx="6881193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71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08F4-BFD7-445C-881E-1CA8816D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of Development Phase 1 ( Designing of your Project)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6E740-FB37-0D2B-402F-3159D3C6A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56792"/>
            <a:ext cx="7632848" cy="495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65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08F4-BFD7-445C-881E-1CA8816D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of Development Phase 2 ( Features Implementation)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5997A2-9437-75C7-A58E-64DB7DA0E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72" y="1556792"/>
            <a:ext cx="7014320" cy="502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25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08F4-BFD7-445C-881E-1CA8816D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of Development Phase 3 ( Features Implementation)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02E3E-667C-A98B-CC20-D327361CE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68877"/>
            <a:ext cx="7200800" cy="498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19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08F4-BFD7-445C-881E-1CA8816D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48E2F-3232-4A7C-B5FC-568C9A53EF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681442"/>
            <a:ext cx="7467600" cy="4873752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Later our team will be creating a website that lets a user play some beginner level python-based games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Website will even let a user upload their self-made python games.</a:t>
            </a:r>
            <a:b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Future website will be similar to a code complier rather than other normal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comilers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it will have many pre-installed plugins,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liblaried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and modules. </a:t>
            </a:r>
          </a:p>
        </p:txBody>
      </p:sp>
    </p:spTree>
    <p:extLst>
      <p:ext uri="{BB962C8B-B14F-4D97-AF65-F5344CB8AC3E}">
        <p14:creationId xmlns:p14="http://schemas.microsoft.com/office/powerpoint/2010/main" val="3826109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08F4-BFD7-445C-881E-1CA8816D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48E2F-3232-4A7C-B5FC-568C9A53EF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r>
              <a:rPr lang="en-US" sz="18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</a:rPr>
              <a:t>The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simple game is entertaining, still is not a fully fledged game with good graphics.</a:t>
            </a:r>
          </a:p>
          <a:p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We will be working on similar python-based games. </a:t>
            </a:r>
          </a:p>
        </p:txBody>
      </p:sp>
    </p:spTree>
    <p:extLst>
      <p:ext uri="{BB962C8B-B14F-4D97-AF65-F5344CB8AC3E}">
        <p14:creationId xmlns:p14="http://schemas.microsoft.com/office/powerpoint/2010/main" val="1408009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08F4-BFD7-445C-881E-1CA8816D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48E2F-3232-4A7C-B5FC-568C9A53EF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Website: </a:t>
            </a:r>
            <a:b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b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18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https://stackoverflow.com/questions/30050194/snake-game-in-python-using-turtle-graphics</a:t>
            </a:r>
          </a:p>
          <a:p>
            <a:endParaRPr lang="en-IN" sz="1800" b="0" i="0" u="none" strike="noStrike" baseline="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Book: </a:t>
            </a:r>
            <a:b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b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Class 12 Computer Science Textbook</a:t>
            </a:r>
          </a:p>
          <a:p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Other Resources:</a:t>
            </a:r>
            <a:br>
              <a:rPr lang="en-IN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br>
              <a:rPr lang="en-IN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pt-BR" sz="18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https://www.youtube.com/watch?v=bfRwxS5d0SI&amp;t=1284s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(Youtube) </a:t>
            </a:r>
          </a:p>
        </p:txBody>
      </p:sp>
    </p:spTree>
    <p:extLst>
      <p:ext uri="{BB962C8B-B14F-4D97-AF65-F5344CB8AC3E}">
        <p14:creationId xmlns:p14="http://schemas.microsoft.com/office/powerpoint/2010/main" val="3557852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 Button: Home 3">
            <a:hlinkClick r:id="rId2" action="ppaction://hlinksldjump" highlightClick="1"/>
          </p:cNvPr>
          <p:cNvSpPr/>
          <p:nvPr/>
        </p:nvSpPr>
        <p:spPr>
          <a:xfrm>
            <a:off x="8104382" y="5733256"/>
            <a:ext cx="644082" cy="648072"/>
          </a:xfrm>
          <a:prstGeom prst="actionButtonHome">
            <a:avLst/>
          </a:prstGeom>
          <a:solidFill>
            <a:schemeClr val="accent1"/>
          </a:solidFill>
          <a:ln>
            <a:gradFill>
              <a:gsLst>
                <a:gs pos="0">
                  <a:schemeClr val="tx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0E08A-F0F4-A9E4-3827-530D23B43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01195E0-932C-6A12-C353-38166E974C9C}"/>
                  </a:ext>
                </a:extLst>
              </p14:cNvPr>
              <p14:cNvContentPartPr/>
              <p14:nvPr/>
            </p14:nvContentPartPr>
            <p14:xfrm>
              <a:off x="7828520" y="6618440"/>
              <a:ext cx="1618200" cy="217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01195E0-932C-6A12-C353-38166E974C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9520" y="6609800"/>
                <a:ext cx="16358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0871C6-4AC6-6103-8714-AB4A14706928}"/>
                  </a:ext>
                </a:extLst>
              </p14:cNvPr>
              <p14:cNvContentPartPr/>
              <p14:nvPr/>
            </p14:nvContentPartPr>
            <p14:xfrm>
              <a:off x="7954880" y="6673520"/>
              <a:ext cx="1464120" cy="144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0871C6-4AC6-6103-8714-AB4A147069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92240" y="6610880"/>
                <a:ext cx="15897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D60572-F7CE-B82C-F360-C90B6F1D3C9A}"/>
                  </a:ext>
                </a:extLst>
              </p14:cNvPr>
              <p14:cNvContentPartPr/>
              <p14:nvPr/>
            </p14:nvContentPartPr>
            <p14:xfrm>
              <a:off x="7610000" y="6401000"/>
              <a:ext cx="1499400" cy="36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D60572-F7CE-B82C-F360-C90B6F1D3C9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47000" y="6338000"/>
                <a:ext cx="162504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193CD4A-5DCF-2D7C-AD89-1B05BD8121B5}"/>
                  </a:ext>
                </a:extLst>
              </p14:cNvPr>
              <p14:cNvContentPartPr/>
              <p14:nvPr/>
            </p14:nvContentPartPr>
            <p14:xfrm>
              <a:off x="7094120" y="6393800"/>
              <a:ext cx="2344320" cy="579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193CD4A-5DCF-2D7C-AD89-1B05BD8121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31480" y="6330800"/>
                <a:ext cx="2469960" cy="70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106</TotalTime>
  <Words>560</Words>
  <Application>Microsoft Office PowerPoint</Application>
  <PresentationFormat>On-screen Show (4:3)</PresentationFormat>
  <Paragraphs>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Century Schoolbook</vt:lpstr>
      <vt:lpstr>Symbol</vt:lpstr>
      <vt:lpstr>Times New Roman</vt:lpstr>
      <vt:lpstr>Wingdings</vt:lpstr>
      <vt:lpstr>Wingdings 2</vt:lpstr>
      <vt:lpstr>Oriel</vt:lpstr>
      <vt:lpstr>Python Snake Game</vt:lpstr>
      <vt:lpstr>INDEX</vt:lpstr>
      <vt:lpstr>Abstract </vt:lpstr>
      <vt:lpstr>Tools and Technology Used</vt:lpstr>
      <vt:lpstr>Features of Proposed System</vt:lpstr>
      <vt:lpstr>Limitation of Proposed System</vt:lpstr>
      <vt:lpstr>Users and their role description</vt:lpstr>
      <vt:lpstr>System Flow Diagram </vt:lpstr>
      <vt:lpstr>Data Flow Diagram ( All levels of DFDs)</vt:lpstr>
      <vt:lpstr>PowerPoint Presentation</vt:lpstr>
      <vt:lpstr>PowerPoint Presentation</vt:lpstr>
      <vt:lpstr>Use Case Diagram </vt:lpstr>
      <vt:lpstr>Data Dictionary </vt:lpstr>
      <vt:lpstr>Screenshots of Development Phase 1 ( Designing of your Project) </vt:lpstr>
      <vt:lpstr>Screenshots of Development Phase 2 ( Features Implementation)</vt:lpstr>
      <vt:lpstr>Screenshots of Development Phase 3 ( Features Implementation)</vt:lpstr>
      <vt:lpstr>Future Enhancement 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project</dc:title>
  <dc:creator>parul</dc:creator>
  <cp:lastModifiedBy>Rishabdev Panchal</cp:lastModifiedBy>
  <cp:revision>66</cp:revision>
  <dcterms:created xsi:type="dcterms:W3CDTF">2017-10-03T10:36:15Z</dcterms:created>
  <dcterms:modified xsi:type="dcterms:W3CDTF">2023-05-22T02:47:38Z</dcterms:modified>
</cp:coreProperties>
</file>